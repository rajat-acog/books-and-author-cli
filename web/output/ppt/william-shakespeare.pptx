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3200" b="1" dirty="0">
                <a:solidFill>
                  <a:srgbClr val="000000"/>
                </a:solidFill>
              </a:rPr>
              <a:t>William Shakespeare</a:t>
            </a:r>
            <a:endParaRPr lang="en-US" sz="3200" dirty="0"/>
          </a:p>
        </p:txBody>
      </p:sp>
      <p:sp>
        <p:nvSpPr>
          <p:cNvPr id="3" name="Text 1"/>
          <p:cNvSpPr/>
          <p:nvPr/>
        </p:nvSpPr>
        <p:spPr>
          <a:xfrm>
            <a:off x="457200" y="1371600"/>
            <a:ext cx="8229600" cy="1828800"/>
          </a:xfrm>
          <a:prstGeom prst="rect">
            <a:avLst/>
          </a:prstGeom>
          <a:noFill/>
          <a:ln/>
        </p:spPr>
        <p:txBody>
          <a:bodyPr wrap="square" rtlCol="0" anchor="ctr"/>
          <a:lstStyle/>
          <a:p>
            <a:pPr indent="0" marL="0">
              <a:buNone/>
            </a:pPr>
            <a:r>
              <a:rPr lang="en-US" sz="1800" dirty="0">
                <a:solidFill>
                  <a:srgbClr val="000000"/>
                </a:solidFill>
              </a:rPr>
              <a:t>Hamlet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600" b="1" dirty="0">
                <a:solidFill>
                  <a:srgbClr val="000000"/>
                </a:solidFill>
              </a:rPr>
              <a:t>Antony and Cleopatra</a:t>
            </a:r>
            <a:endParaRPr lang="en-US" sz="2600" dirty="0"/>
          </a:p>
        </p:txBody>
      </p:sp>
      <p:sp>
        <p:nvSpPr>
          <p:cNvPr id="3" name="Text 1"/>
          <p:cNvSpPr/>
          <p:nvPr/>
        </p:nvSpPr>
        <p:spPr>
          <a:xfrm>
            <a:off x="457200" y="1188720"/>
            <a:ext cx="8229600" cy="457200"/>
          </a:xfrm>
          <a:prstGeom prst="rect">
            <a:avLst/>
          </a:prstGeom>
          <a:noFill/>
          <a:ln/>
        </p:spPr>
        <p:txBody>
          <a:bodyPr wrap="square" rtlCol="0" anchor="ctr"/>
          <a:lstStyle/>
          <a:p>
            <a:pPr indent="0" marL="0">
              <a:buNone/>
            </a:pPr>
            <a:r>
              <a:rPr lang="en-US" sz="1600" dirty="0">
                <a:solidFill>
                  <a:srgbClr val="363636"/>
                </a:solidFill>
              </a:rPr>
              <a:t>Year: 1824</a:t>
            </a:r>
            <a:endParaRPr lang="en-US" sz="1600" dirty="0"/>
          </a:p>
        </p:txBody>
      </p:sp>
      <p:sp>
        <p:nvSpPr>
          <p:cNvPr id="4" name="Text 2"/>
          <p:cNvSpPr/>
          <p:nvPr/>
        </p:nvSpPr>
        <p:spPr>
          <a:xfrm>
            <a:off x="457200" y="1920240"/>
            <a:ext cx="8229600" cy="3657600"/>
          </a:xfrm>
          <a:prstGeom prst="rect">
            <a:avLst/>
          </a:prstGeom>
          <a:noFill/>
          <a:ln/>
        </p:spPr>
        <p:txBody>
          <a:bodyPr wrap="square" rtlCol="0" anchor="ctr"/>
          <a:lstStyle/>
          <a:p>
            <a:pPr indent="0" marL="0">
              <a:buNone/>
            </a:pPr>
            <a:r>
              <a:rPr lang="en-US" sz="1600" dirty="0">
                <a:solidFill>
                  <a:srgbClr val="363636"/>
                </a:solidFill>
              </a:rPr>
              <a:t>\"Antony and Cleopatra\" by William Shakespeare is a tragedy that explores the intertwined themes of love and power. The play is set in ancient Rome and Egypt, where the passionate romance between the Roman general Mark Antony and the Egyptian queen Cleopatra unfolds against a backdrop of political conflict.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600" b="1" dirty="0">
                <a:solidFill>
                  <a:srgbClr val="000000"/>
                </a:solidFill>
              </a:rPr>
              <a:t>Hamlet</a:t>
            </a:r>
            <a:endParaRPr lang="en-US" sz="2600" dirty="0"/>
          </a:p>
        </p:txBody>
      </p:sp>
      <p:sp>
        <p:nvSpPr>
          <p:cNvPr id="3" name="Text 1"/>
          <p:cNvSpPr/>
          <p:nvPr/>
        </p:nvSpPr>
        <p:spPr>
          <a:xfrm>
            <a:off x="457200" y="1188720"/>
            <a:ext cx="8229600" cy="457200"/>
          </a:xfrm>
          <a:prstGeom prst="rect">
            <a:avLst/>
          </a:prstGeom>
          <a:noFill/>
          <a:ln/>
        </p:spPr>
        <p:txBody>
          <a:bodyPr wrap="square" rtlCol="0" anchor="ctr"/>
          <a:lstStyle/>
          <a:p>
            <a:pPr indent="0" marL="0">
              <a:buNone/>
            </a:pPr>
            <a:r>
              <a:rPr lang="en-US" sz="1600" dirty="0">
                <a:solidFill>
                  <a:srgbClr val="363636"/>
                </a:solidFill>
              </a:rPr>
              <a:t>Year: 1603</a:t>
            </a:r>
            <a:endParaRPr lang="en-US" sz="1600" dirty="0"/>
          </a:p>
        </p:txBody>
      </p:sp>
      <p:sp>
        <p:nvSpPr>
          <p:cNvPr id="4" name="Text 2"/>
          <p:cNvSpPr/>
          <p:nvPr/>
        </p:nvSpPr>
        <p:spPr>
          <a:xfrm>
            <a:off x="457200" y="1920240"/>
            <a:ext cx="8229600" cy="3657600"/>
          </a:xfrm>
          <a:prstGeom prst="rect">
            <a:avLst/>
          </a:prstGeom>
          <a:noFill/>
          <a:ln/>
        </p:spPr>
        <p:txBody>
          <a:bodyPr wrap="square" rtlCol="0" anchor="ctr"/>
          <a:lstStyle/>
          <a:p>
            <a:pPr indent="0" marL="0">
              <a:buNone/>
            </a:pPr>
            <a:r>
              <a:rPr lang="en-US" sz="1600" dirty="0">
                <a:solidFill>
                  <a:srgbClr val="363636"/>
                </a:solidFill>
              </a:rPr>
              <a:t>In Shakespeare's famous tragedy, \"Hamlet,\" a young prince struggles to get revenge for his father's murder. The story follows his difficult journey as he faces intense confrontations, leading to a dramatic conclusion that has captivated audiences for centuries.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600" b="1" dirty="0">
                <a:solidFill>
                  <a:srgbClr val="000000"/>
                </a:solidFill>
              </a:rPr>
              <a:t>Romeo and Juliet</a:t>
            </a:r>
            <a:endParaRPr lang="en-US" sz="2600" dirty="0"/>
          </a:p>
        </p:txBody>
      </p:sp>
      <p:sp>
        <p:nvSpPr>
          <p:cNvPr id="3" name="Text 1"/>
          <p:cNvSpPr/>
          <p:nvPr/>
        </p:nvSpPr>
        <p:spPr>
          <a:xfrm>
            <a:off x="457200" y="1188720"/>
            <a:ext cx="8229600" cy="457200"/>
          </a:xfrm>
          <a:prstGeom prst="rect">
            <a:avLst/>
          </a:prstGeom>
          <a:noFill/>
          <a:ln/>
        </p:spPr>
        <p:txBody>
          <a:bodyPr wrap="square" rtlCol="0" anchor="ctr"/>
          <a:lstStyle/>
          <a:p>
            <a:pPr indent="0" marL="0">
              <a:buNone/>
            </a:pPr>
            <a:r>
              <a:rPr lang="en-US" sz="1600" dirty="0">
                <a:solidFill>
                  <a:srgbClr val="363636"/>
                </a:solidFill>
              </a:rPr>
              <a:t>Year: 1597</a:t>
            </a:r>
            <a:endParaRPr lang="en-US" sz="1600" dirty="0"/>
          </a:p>
        </p:txBody>
      </p:sp>
      <p:sp>
        <p:nvSpPr>
          <p:cNvPr id="4" name="Text 2"/>
          <p:cNvSpPr/>
          <p:nvPr/>
        </p:nvSpPr>
        <p:spPr>
          <a:xfrm>
            <a:off x="457200" y="1920240"/>
            <a:ext cx="8229600" cy="3657600"/>
          </a:xfrm>
          <a:prstGeom prst="rect">
            <a:avLst/>
          </a:prstGeom>
          <a:noFill/>
          <a:ln/>
        </p:spPr>
        <p:txBody>
          <a:bodyPr wrap="square" rtlCol="0" anchor="ctr"/>
          <a:lstStyle/>
          <a:p>
            <a:pPr indent="0" marL="0">
              <a:buNone/>
            </a:pPr>
            <a:r>
              <a:rPr lang="en-US" sz="1600" dirty="0">
                <a:solidFill>
                  <a:srgbClr val="363636"/>
                </a:solidFill>
              </a:rPr>
              <a:t>\"Romeo and Juliet\" is a famous play by William Shakespeare about two young lovers, Romeo and Juliet, who come from families that hate each other. They fall deeply in love, but because their families are enemies, they have to keep their relationship a secret. Sadly, their love story ends in tragedy, and their deaths finally bring their feuding families together in peace.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600" b="1" dirty="0">
                <a:solidFill>
                  <a:srgbClr val="000000"/>
                </a:solidFill>
              </a:rPr>
              <a:t>Macbeth</a:t>
            </a:r>
            <a:endParaRPr lang="en-US" sz="2600" dirty="0"/>
          </a:p>
        </p:txBody>
      </p:sp>
      <p:sp>
        <p:nvSpPr>
          <p:cNvPr id="3" name="Text 1"/>
          <p:cNvSpPr/>
          <p:nvPr/>
        </p:nvSpPr>
        <p:spPr>
          <a:xfrm>
            <a:off x="457200" y="1188720"/>
            <a:ext cx="8229600" cy="457200"/>
          </a:xfrm>
          <a:prstGeom prst="rect">
            <a:avLst/>
          </a:prstGeom>
          <a:noFill/>
          <a:ln/>
        </p:spPr>
        <p:txBody>
          <a:bodyPr wrap="square" rtlCol="0" anchor="ctr"/>
          <a:lstStyle/>
          <a:p>
            <a:pPr indent="0" marL="0">
              <a:buNone/>
            </a:pPr>
            <a:r>
              <a:rPr lang="en-US" sz="1600" dirty="0">
                <a:solidFill>
                  <a:srgbClr val="363636"/>
                </a:solidFill>
              </a:rPr>
              <a:t>Year: 1508</a:t>
            </a:r>
            <a:endParaRPr lang="en-US" sz="1600" dirty="0"/>
          </a:p>
        </p:txBody>
      </p:sp>
      <p:sp>
        <p:nvSpPr>
          <p:cNvPr id="4" name="Text 2"/>
          <p:cNvSpPr/>
          <p:nvPr/>
        </p:nvSpPr>
        <p:spPr>
          <a:xfrm>
            <a:off x="457200" y="1920240"/>
            <a:ext cx="8229600" cy="3657600"/>
          </a:xfrm>
          <a:prstGeom prst="rect">
            <a:avLst/>
          </a:prstGeom>
          <a:noFill/>
          <a:ln/>
        </p:spPr>
        <p:txBody>
          <a:bodyPr wrap="square" rtlCol="0" anchor="ctr"/>
          <a:lstStyle/>
          <a:p>
            <a:pPr indent="0" marL="0">
              <a:buNone/>
            </a:pPr>
            <a:r>
              <a:rPr lang="en-US" sz="1600" dirty="0">
                <a:solidFill>
                  <a:srgbClr val="363636"/>
                </a:solidFill>
              </a:rPr>
              <a:t>\"Macbeth\" tells the story of a loyal general who secretly desires power. After hearing prophecies from three witches and being pushed by his ambitious wife, Macbeth murders the king to take the throne for himself.</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600" b="1" dirty="0">
                <a:solidFill>
                  <a:srgbClr val="000000"/>
                </a:solidFill>
              </a:rPr>
              <a:t>A Midsummer Night's Dream</a:t>
            </a:r>
            <a:endParaRPr lang="en-US" sz="2600" dirty="0"/>
          </a:p>
        </p:txBody>
      </p:sp>
      <p:sp>
        <p:nvSpPr>
          <p:cNvPr id="3" name="Text 1"/>
          <p:cNvSpPr/>
          <p:nvPr/>
        </p:nvSpPr>
        <p:spPr>
          <a:xfrm>
            <a:off x="457200" y="1188720"/>
            <a:ext cx="8229600" cy="457200"/>
          </a:xfrm>
          <a:prstGeom prst="rect">
            <a:avLst/>
          </a:prstGeom>
          <a:noFill/>
          <a:ln/>
        </p:spPr>
        <p:txBody>
          <a:bodyPr wrap="square" rtlCol="0" anchor="ctr"/>
          <a:lstStyle/>
          <a:p>
            <a:pPr indent="0" marL="0">
              <a:buNone/>
            </a:pPr>
            <a:r>
              <a:rPr lang="en-US" sz="1600" dirty="0">
                <a:solidFill>
                  <a:srgbClr val="363636"/>
                </a:solidFill>
              </a:rPr>
              <a:t>Year: 1600</a:t>
            </a:r>
            <a:endParaRPr lang="en-US" sz="1600" dirty="0"/>
          </a:p>
        </p:txBody>
      </p:sp>
      <p:sp>
        <p:nvSpPr>
          <p:cNvPr id="4" name="Text 2"/>
          <p:cNvSpPr/>
          <p:nvPr/>
        </p:nvSpPr>
        <p:spPr>
          <a:xfrm>
            <a:off x="457200" y="1920240"/>
            <a:ext cx="8229600" cy="3657600"/>
          </a:xfrm>
          <a:prstGeom prst="rect">
            <a:avLst/>
          </a:prstGeom>
          <a:noFill/>
          <a:ln/>
        </p:spPr>
        <p:txBody>
          <a:bodyPr wrap="square" rtlCol="0" anchor="ctr"/>
          <a:lstStyle/>
          <a:p>
            <a:pPr indent="0" marL="0">
              <a:buNone/>
            </a:pPr>
            <a:r>
              <a:rPr lang="en-US" sz="1600" dirty="0">
                <a:solidFill>
                  <a:srgbClr val="363636"/>
                </a:solidFill>
              </a:rPr>
              <a:t>In \"A Midsummer Night's Dream,\" two young couples flee into an enchanted forest to escape their troubles. Unbeknownst to them, the forest is home to mischievous fairies and hobgoblins who delight in playing tricks.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2026-05-11T05:58:42Z</dcterms:created>
  <dcterms:modified xsi:type="dcterms:W3CDTF">2026-05-11T05:58:42Z</dcterms:modified>
</cp:coreProperties>
</file>