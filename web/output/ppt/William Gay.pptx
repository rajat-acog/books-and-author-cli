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William Gay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Poems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"Poems" is a notable literary work.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Twilight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"Twilight" is a notable literary work.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Provinces of Night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"Provinces of Night" is a notable literary work.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Methods of Animal Experimentation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"Methods of Animal Experimentation" is a notable literary work.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</a:rPr>
              <a:t>I hate to see that evening sun go down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"I hate to see that evening sun go down" is a notable literary work.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2026-05-07T12:25:59Z</dcterms:created>
  <dcterms:modified xsi:type="dcterms:W3CDTF">2026-05-07T12:25:59Z</dcterms:modified>
</cp:coreProperties>
</file>